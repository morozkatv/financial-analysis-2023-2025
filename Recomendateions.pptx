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sldIdLst>
    <p:sldId id="256" r:id="rId2"/>
    <p:sldId id="261" r:id="rId3"/>
    <p:sldId id="280" r:id="rId4"/>
    <p:sldId id="283" r:id="rId5"/>
    <p:sldId id="276" r:id="rId6"/>
    <p:sldId id="277" r:id="rId7"/>
    <p:sldId id="272" r:id="rId8"/>
    <p:sldId id="273" r:id="rId9"/>
    <p:sldId id="28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5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7005" y="1016955"/>
            <a:ext cx="9140954" cy="33465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cap="all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62963" y="4869030"/>
            <a:ext cx="7152030" cy="9872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1" i="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0"/>
            <a:ext cx="8582023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K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41" y="6477000"/>
            <a:ext cx="188595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0D97446-0BC7-4A66-B662-A168F6AE78B0}" type="datetimeFigureOut">
              <a:rPr lang="ru-KZ" smtClean="0"/>
              <a:t>15.09.2026</a:t>
            </a:fld>
            <a:endParaRPr lang="ru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92240"/>
            <a:ext cx="657221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7F480B9-DBE5-4539-B833-1370C972A770}" type="slidenum">
              <a:rPr lang="ru-KZ" smtClean="0"/>
              <a:t>‹#›</a:t>
            </a:fld>
            <a:endParaRPr lang="ru-KZ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31FF2A-9DA0-DC5C-0C53-91FDE15093DD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CA4208E-B529-0934-86E0-24278D43C68A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8645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46759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98" y="1748474"/>
            <a:ext cx="11125202" cy="472852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5526932-58BC-3B05-A619-8FE2BA7973DD}"/>
              </a:ext>
            </a:extLst>
          </p:cNvPr>
          <p:cNvSpPr/>
          <p:nvPr/>
        </p:nvSpPr>
        <p:spPr>
          <a:xfrm>
            <a:off x="634030" y="565606"/>
            <a:ext cx="11557968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4751EC6-9764-CDDF-E8BC-793AD483E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KZ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A395EC9-5212-9F09-E9FA-0AB62AFB6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97446-0BC7-4A66-B662-A168F6AE78B0}" type="datetimeFigureOut">
              <a:rPr lang="ru-KZ" smtClean="0"/>
              <a:t>15.09.2026</a:t>
            </a:fld>
            <a:endParaRPr lang="ru-KZ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86E48EB-E81D-8C6A-DBE6-738017E5A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F480B9-DBE5-4539-B833-1370C972A770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749137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4572000"/>
            <a:ext cx="11125201" cy="111252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200" cap="all" baseline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5715000"/>
            <a:ext cx="11125201" cy="533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2000" b="1" i="0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3981764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 t="-419" b="-419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K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110036" y="6476999"/>
            <a:ext cx="188054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0D97446-0BC7-4A66-B662-A168F6AE78B0}" type="datetimeFigureOut">
              <a:rPr lang="ru-KZ" smtClean="0"/>
              <a:t>15.09.2026</a:t>
            </a:fld>
            <a:endParaRPr lang="ru-K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95976" y="6477000"/>
            <a:ext cx="662624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7F480B9-DBE5-4539-B833-1370C972A770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1749323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86071" y="1016955"/>
            <a:ext cx="3872530" cy="372681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cap="all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86071" y="5134926"/>
            <a:ext cx="3868420" cy="11134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b="1" i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7BE7EAD-CCCA-EA7C-0263-265AA3E43C5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7224095" cy="6858000"/>
          </a:xfrm>
          <a:custGeom>
            <a:avLst/>
            <a:gdLst>
              <a:gd name="connsiteX0" fmla="*/ 0 w 7224095"/>
              <a:gd name="connsiteY0" fmla="*/ 629614 h 6858000"/>
              <a:gd name="connsiteX1" fmla="*/ 7224095 w 7224095"/>
              <a:gd name="connsiteY1" fmla="*/ 629614 h 6858000"/>
              <a:gd name="connsiteX2" fmla="*/ 7224095 w 7224095"/>
              <a:gd name="connsiteY2" fmla="*/ 6858000 h 6858000"/>
              <a:gd name="connsiteX3" fmla="*/ 0 w 7224095"/>
              <a:gd name="connsiteY3" fmla="*/ 6858000 h 6858000"/>
              <a:gd name="connsiteX4" fmla="*/ 0 w 7224095"/>
              <a:gd name="connsiteY4" fmla="*/ 0 h 6858000"/>
              <a:gd name="connsiteX5" fmla="*/ 7224095 w 7224095"/>
              <a:gd name="connsiteY5" fmla="*/ 0 h 6858000"/>
              <a:gd name="connsiteX6" fmla="*/ 7224095 w 7224095"/>
              <a:gd name="connsiteY6" fmla="*/ 565606 h 6858000"/>
              <a:gd name="connsiteX7" fmla="*/ 0 w 7224095"/>
              <a:gd name="connsiteY7" fmla="*/ 56560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224095" h="6858000">
                <a:moveTo>
                  <a:pt x="0" y="629614"/>
                </a:moveTo>
                <a:lnTo>
                  <a:pt x="7224095" y="629614"/>
                </a:lnTo>
                <a:lnTo>
                  <a:pt x="7224095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7224095" y="0"/>
                </a:lnTo>
                <a:lnTo>
                  <a:pt x="7224095" y="565606"/>
                </a:lnTo>
                <a:lnTo>
                  <a:pt x="0" y="565606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167937" y="6476999"/>
            <a:ext cx="189584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K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2" y="6476999"/>
            <a:ext cx="937594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80D97446-0BC7-4A66-B662-A168F6AE78B0}" type="datetimeFigureOut">
              <a:rPr lang="ru-KZ" smtClean="0"/>
              <a:t>15.09.2026</a:t>
            </a:fld>
            <a:endParaRPr lang="ru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77000"/>
            <a:ext cx="657221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7F480B9-DBE5-4539-B833-1370C972A770}" type="slidenum">
              <a:rPr lang="ru-KZ" smtClean="0"/>
              <a:t>‹#›</a:t>
            </a:fld>
            <a:endParaRPr lang="ru-KZ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79DE85-4541-95AA-B871-7CBAD2BA1550}"/>
              </a:ext>
            </a:extLst>
          </p:cNvPr>
          <p:cNvSpPr/>
          <p:nvPr/>
        </p:nvSpPr>
        <p:spPr>
          <a:xfrm>
            <a:off x="0" y="565606"/>
            <a:ext cx="1155797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6357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33400" y="1143000"/>
            <a:ext cx="8576636" cy="52710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7200" cap="all" baseline="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0"/>
            <a:ext cx="857663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ru-K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41" y="6492240"/>
            <a:ext cx="18913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80D97446-0BC7-4A66-B662-A168F6AE78B0}" type="datetimeFigureOut">
              <a:rPr lang="ru-KZ" smtClean="0"/>
              <a:t>15.09.2026</a:t>
            </a:fld>
            <a:endParaRPr lang="ru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8" y="6492240"/>
            <a:ext cx="657222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7F480B9-DBE5-4539-B833-1370C972A770}" type="slidenum">
              <a:rPr lang="ru-KZ" smtClean="0"/>
              <a:t>‹#›</a:t>
            </a:fld>
            <a:endParaRPr lang="ru-KZ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5F1B314-6B95-45EC-8168-CEA297F1BD40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4E8A7FA-CBEB-E74B-AC79-5D830DAFC993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6740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BAE97C67-C2EB-5515-0FDC-A535220C9DF0}"/>
              </a:ext>
            </a:extLst>
          </p:cNvPr>
          <p:cNvSpPr/>
          <p:nvPr/>
        </p:nvSpPr>
        <p:spPr>
          <a:xfrm>
            <a:off x="9110035" y="0"/>
            <a:ext cx="30819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1016955"/>
            <a:ext cx="8195646" cy="112775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7200" cap="all" baseline="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399" y="2510472"/>
            <a:ext cx="8190496" cy="3966527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1pPr>
            <a:lvl2pPr marL="6858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2pPr>
            <a:lvl3pPr marL="8001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3pPr>
            <a:lvl4pPr marL="10287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4pPr>
            <a:lvl5pPr marL="12573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5758481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K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91885" y="6492240"/>
            <a:ext cx="1763999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0D97446-0BC7-4A66-B662-A168F6AE78B0}" type="datetimeFigureOut">
              <a:rPr lang="ru-KZ" smtClean="0"/>
              <a:t>15.09.2026</a:t>
            </a:fld>
            <a:endParaRPr lang="ru-K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61271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7F480B9-DBE5-4539-B833-1370C972A770}" type="slidenum">
              <a:rPr lang="ru-KZ" smtClean="0"/>
              <a:t>‹#›</a:t>
            </a:fld>
            <a:endParaRPr lang="ru-KZ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58CA726-6257-4F3F-9296-A3CF5DCA19DB}"/>
              </a:ext>
            </a:extLst>
          </p:cNvPr>
          <p:cNvSpPr/>
          <p:nvPr/>
        </p:nvSpPr>
        <p:spPr>
          <a:xfrm>
            <a:off x="634029" y="2144714"/>
            <a:ext cx="8476007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215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C713386-53DE-AEBA-6318-6C7146DE22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43517" y="1386842"/>
            <a:ext cx="6315083" cy="1127758"/>
          </a:xfrm>
        </p:spPr>
        <p:txBody>
          <a:bodyPr>
            <a:normAutofit/>
          </a:bodyPr>
          <a:lstStyle>
            <a:lvl1pPr>
              <a:defRPr sz="7200" cap="all" baseline="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0440984A-B82C-18F1-2933-6DF295884CE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440055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43518" y="2886089"/>
            <a:ext cx="6315082" cy="3336911"/>
          </a:xfrm>
          <a:prstGeom prst="rect">
            <a:avLst/>
          </a:prstGeom>
        </p:spPr>
        <p:txBody>
          <a:bodyPr>
            <a:normAutofit/>
          </a:bodyPr>
          <a:lstStyle>
            <a:lvl1pPr marL="457200" indent="-4572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1pPr>
            <a:lvl2pPr marL="5715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2pPr>
            <a:lvl3pPr marL="8001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3pPr>
            <a:lvl4pPr marL="1028700" indent="-342900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4pPr>
            <a:lvl5pPr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3518" y="6477000"/>
            <a:ext cx="3771905" cy="381001"/>
          </a:xfrm>
          <a:prstGeom prst="rect">
            <a:avLst/>
          </a:prstGeom>
        </p:spPr>
        <p:txBody>
          <a:bodyPr/>
          <a:lstStyle/>
          <a:p>
            <a:endParaRPr lang="ru-K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20821" y="6477000"/>
            <a:ext cx="1875160" cy="381001"/>
          </a:xfrm>
          <a:prstGeom prst="rect">
            <a:avLst/>
          </a:prstGeom>
        </p:spPr>
        <p:txBody>
          <a:bodyPr/>
          <a:lstStyle/>
          <a:p>
            <a:fld id="{80D97446-0BC7-4A66-B662-A168F6AE78B0}" type="datetimeFigureOut">
              <a:rPr lang="ru-KZ" smtClean="0"/>
              <a:t>15.09.2026</a:t>
            </a:fld>
            <a:endParaRPr lang="ru-K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86" y="6477000"/>
            <a:ext cx="662614" cy="381001"/>
          </a:xfrm>
          <a:prstGeom prst="rect">
            <a:avLst/>
          </a:prstGeom>
        </p:spPr>
        <p:txBody>
          <a:bodyPr/>
          <a:lstStyle/>
          <a:p>
            <a:fld id="{C7F480B9-DBE5-4539-B833-1370C972A770}" type="slidenum">
              <a:rPr lang="ru-KZ" smtClean="0"/>
              <a:t>‹#›</a:t>
            </a:fld>
            <a:endParaRPr lang="ru-KZ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8E5CA23-2176-4B29-AB27-EDD9AC417271}"/>
              </a:ext>
            </a:extLst>
          </p:cNvPr>
          <p:cNvSpPr/>
          <p:nvPr/>
        </p:nvSpPr>
        <p:spPr>
          <a:xfrm>
            <a:off x="4400554" y="2496190"/>
            <a:ext cx="7791446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747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3491539" cy="408358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62526" y="1016955"/>
            <a:ext cx="6696073" cy="408357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/>
          <a:p>
            <a:endParaRPr lang="ru-K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91338" cy="381001"/>
          </a:xfrm>
          <a:prstGeom prst="rect">
            <a:avLst/>
          </a:prstGeom>
        </p:spPr>
        <p:txBody>
          <a:bodyPr/>
          <a:lstStyle/>
          <a:p>
            <a:fld id="{80D97446-0BC7-4A66-B662-A168F6AE78B0}" type="datetimeFigureOut">
              <a:rPr lang="ru-KZ" smtClean="0"/>
              <a:t>15.09.2026</a:t>
            </a:fld>
            <a:endParaRPr lang="ru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/>
          <a:p>
            <a:fld id="{C7F480B9-DBE5-4539-B833-1370C972A770}" type="slidenum">
              <a:rPr lang="ru-KZ" smtClean="0"/>
              <a:t>‹#›</a:t>
            </a:fld>
            <a:endParaRPr lang="ru-KZ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AE531BB-71E1-57EF-0879-5979B0C95458}"/>
              </a:ext>
            </a:extLst>
          </p:cNvPr>
          <p:cNvSpPr/>
          <p:nvPr/>
        </p:nvSpPr>
        <p:spPr>
          <a:xfrm>
            <a:off x="4024938" y="570037"/>
            <a:ext cx="8167062" cy="595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31FD272-0797-A5C1-BAB9-E68F518B8158}"/>
              </a:ext>
            </a:extLst>
          </p:cNvPr>
          <p:cNvSpPr/>
          <p:nvPr/>
        </p:nvSpPr>
        <p:spPr>
          <a:xfrm>
            <a:off x="634030" y="570037"/>
            <a:ext cx="3390908" cy="595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6913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3486153" cy="272145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62526" y="1016955"/>
            <a:ext cx="6696074" cy="549052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/>
          <a:p>
            <a:endParaRPr lang="ru-K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91338" cy="381001"/>
          </a:xfrm>
          <a:prstGeom prst="rect">
            <a:avLst/>
          </a:prstGeom>
        </p:spPr>
        <p:txBody>
          <a:bodyPr/>
          <a:lstStyle/>
          <a:p>
            <a:fld id="{80D97446-0BC7-4A66-B662-A168F6AE78B0}" type="datetimeFigureOut">
              <a:rPr lang="ru-KZ" smtClean="0"/>
              <a:t>15.09.2026</a:t>
            </a:fld>
            <a:endParaRPr lang="ru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/>
          <a:p>
            <a:fld id="{C7F480B9-DBE5-4539-B833-1370C972A770}" type="slidenum">
              <a:rPr lang="ru-KZ" smtClean="0"/>
              <a:t>‹#›</a:t>
            </a:fld>
            <a:endParaRPr lang="ru-KZ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922775-D819-CE59-81DF-9A22F9309472}"/>
              </a:ext>
            </a:extLst>
          </p:cNvPr>
          <p:cNvSpPr/>
          <p:nvPr/>
        </p:nvSpPr>
        <p:spPr>
          <a:xfrm>
            <a:off x="4017310" y="565607"/>
            <a:ext cx="817469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1D59CA-78A2-7B8F-A9C7-E86B47BEAE5E}"/>
              </a:ext>
            </a:extLst>
          </p:cNvPr>
          <p:cNvSpPr/>
          <p:nvPr/>
        </p:nvSpPr>
        <p:spPr>
          <a:xfrm>
            <a:off x="634030" y="570037"/>
            <a:ext cx="3390908" cy="5957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370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2523" y="1016956"/>
            <a:ext cx="6696076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99EF452C-FB1E-E93B-DCC5-1D98DE0179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400554" cy="6858000"/>
          </a:xfrm>
          <a:custGeom>
            <a:avLst/>
            <a:gdLst>
              <a:gd name="connsiteX0" fmla="*/ 0 w 4400554"/>
              <a:gd name="connsiteY0" fmla="*/ 634999 h 6858000"/>
              <a:gd name="connsiteX1" fmla="*/ 4400554 w 4400554"/>
              <a:gd name="connsiteY1" fmla="*/ 634999 h 6858000"/>
              <a:gd name="connsiteX2" fmla="*/ 4400554 w 4400554"/>
              <a:gd name="connsiteY2" fmla="*/ 6858000 h 6858000"/>
              <a:gd name="connsiteX3" fmla="*/ 0 w 4400554"/>
              <a:gd name="connsiteY3" fmla="*/ 6858000 h 6858000"/>
              <a:gd name="connsiteX4" fmla="*/ 0 w 4400554"/>
              <a:gd name="connsiteY4" fmla="*/ 0 h 6858000"/>
              <a:gd name="connsiteX5" fmla="*/ 4400554 w 4400554"/>
              <a:gd name="connsiteY5" fmla="*/ 0 h 6858000"/>
              <a:gd name="connsiteX6" fmla="*/ 4400554 w 4400554"/>
              <a:gd name="connsiteY6" fmla="*/ 570991 h 6858000"/>
              <a:gd name="connsiteX7" fmla="*/ 0 w 4400554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400554" h="6858000">
                <a:moveTo>
                  <a:pt x="0" y="634999"/>
                </a:moveTo>
                <a:lnTo>
                  <a:pt x="4400554" y="634999"/>
                </a:lnTo>
                <a:lnTo>
                  <a:pt x="4400554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4400554" y="0"/>
                </a:lnTo>
                <a:lnTo>
                  <a:pt x="4400554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62523" y="2145668"/>
            <a:ext cx="6689892" cy="4118399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964103" y="6477000"/>
            <a:ext cx="470790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K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72013" y="6477000"/>
            <a:ext cx="132936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0D97446-0BC7-4A66-B662-A168F6AE78B0}" type="datetimeFigureOut">
              <a:rPr lang="ru-KZ" smtClean="0"/>
              <a:t>15.09.2026</a:t>
            </a:fld>
            <a:endParaRPr lang="ru-KZ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9" y="6477000"/>
            <a:ext cx="657221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7F480B9-DBE5-4539-B833-1370C972A770}" type="slidenum">
              <a:rPr lang="ru-KZ" smtClean="0"/>
              <a:t>‹#›</a:t>
            </a:fld>
            <a:endParaRPr lang="ru-KZ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EC16BEA9-7D3A-E34B-4442-F0BFB853F3F8}"/>
              </a:ext>
            </a:extLst>
          </p:cNvPr>
          <p:cNvSpPr/>
          <p:nvPr/>
        </p:nvSpPr>
        <p:spPr>
          <a:xfrm>
            <a:off x="4408228" y="570993"/>
            <a:ext cx="7142064" cy="64006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462211-E1BA-E90A-00F8-E717C7293E42}"/>
              </a:ext>
            </a:extLst>
          </p:cNvPr>
          <p:cNvSpPr/>
          <p:nvPr/>
        </p:nvSpPr>
        <p:spPr>
          <a:xfrm>
            <a:off x="-2282" y="570991"/>
            <a:ext cx="4410510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217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2163" y="1016955"/>
            <a:ext cx="7026437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87476243-EB8F-9EFF-F789-0088ABBB0FB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3998133" cy="6858000"/>
          </a:xfrm>
          <a:custGeom>
            <a:avLst/>
            <a:gdLst>
              <a:gd name="connsiteX0" fmla="*/ 0 w 3998133"/>
              <a:gd name="connsiteY0" fmla="*/ 634999 h 6858000"/>
              <a:gd name="connsiteX1" fmla="*/ 3998133 w 3998133"/>
              <a:gd name="connsiteY1" fmla="*/ 634999 h 6858000"/>
              <a:gd name="connsiteX2" fmla="*/ 3998133 w 3998133"/>
              <a:gd name="connsiteY2" fmla="*/ 6858000 h 6858000"/>
              <a:gd name="connsiteX3" fmla="*/ 0 w 3998133"/>
              <a:gd name="connsiteY3" fmla="*/ 6858000 h 6858000"/>
              <a:gd name="connsiteX4" fmla="*/ 0 w 3998133"/>
              <a:gd name="connsiteY4" fmla="*/ 0 h 6858000"/>
              <a:gd name="connsiteX5" fmla="*/ 3998133 w 3998133"/>
              <a:gd name="connsiteY5" fmla="*/ 0 h 6858000"/>
              <a:gd name="connsiteX6" fmla="*/ 3998133 w 3998133"/>
              <a:gd name="connsiteY6" fmla="*/ 570991 h 6858000"/>
              <a:gd name="connsiteX7" fmla="*/ 0 w 3998133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98133" h="6858000">
                <a:moveTo>
                  <a:pt x="0" y="634999"/>
                </a:moveTo>
                <a:lnTo>
                  <a:pt x="3998133" y="634999"/>
                </a:lnTo>
                <a:lnTo>
                  <a:pt x="3998133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3998133" y="0"/>
                </a:lnTo>
                <a:lnTo>
                  <a:pt x="3998133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632168" y="2145668"/>
            <a:ext cx="7026432" cy="407733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632167" y="6477000"/>
            <a:ext cx="5426231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K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58404" y="6477000"/>
            <a:ext cx="94297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0D97446-0BC7-4A66-B662-A168F6AE78B0}" type="datetimeFigureOut">
              <a:rPr lang="ru-KZ" smtClean="0"/>
              <a:t>15.09.2026</a:t>
            </a:fld>
            <a:endParaRPr lang="ru-K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4" y="6477000"/>
            <a:ext cx="65722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7F480B9-DBE5-4539-B833-1370C972A770}" type="slidenum">
              <a:rPr lang="ru-KZ" smtClean="0"/>
              <a:t>‹#›</a:t>
            </a:fld>
            <a:endParaRPr lang="ru-KZ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ECF4FA5C-D406-8202-9143-DAEA62C5C872}"/>
              </a:ext>
            </a:extLst>
          </p:cNvPr>
          <p:cNvSpPr/>
          <p:nvPr/>
        </p:nvSpPr>
        <p:spPr>
          <a:xfrm>
            <a:off x="0" y="570992"/>
            <a:ext cx="4019552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082645EB-0315-BBF0-B28C-6A31158DE8D1}"/>
              </a:ext>
            </a:extLst>
          </p:cNvPr>
          <p:cNvSpPr/>
          <p:nvPr/>
        </p:nvSpPr>
        <p:spPr>
          <a:xfrm>
            <a:off x="3997235" y="570992"/>
            <a:ext cx="7560729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855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1" y="1016955"/>
            <a:ext cx="6858000" cy="731519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1" y="2145668"/>
            <a:ext cx="6858000" cy="409352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3401" y="6464300"/>
            <a:ext cx="5366715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K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900115" y="6464300"/>
            <a:ext cx="929303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0D97446-0BC7-4A66-B662-A168F6AE78B0}" type="datetimeFigureOut">
              <a:rPr lang="ru-KZ" smtClean="0"/>
              <a:t>15.09.2026</a:t>
            </a:fld>
            <a:endParaRPr lang="ru-KZ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829424" y="6464300"/>
            <a:ext cx="561977" cy="39951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7F480B9-DBE5-4539-B833-1370C972A770}" type="slidenum">
              <a:rPr lang="ru-KZ" smtClean="0"/>
              <a:t>‹#›</a:t>
            </a:fld>
            <a:endParaRPr lang="ru-KZ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70CE66A-15FE-D8FB-D711-D3BB0755F0D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93866" y="1"/>
            <a:ext cx="3998133" cy="6858000"/>
          </a:xfrm>
          <a:custGeom>
            <a:avLst/>
            <a:gdLst>
              <a:gd name="connsiteX0" fmla="*/ 0 w 3998133"/>
              <a:gd name="connsiteY0" fmla="*/ 634999 h 6858000"/>
              <a:gd name="connsiteX1" fmla="*/ 3998133 w 3998133"/>
              <a:gd name="connsiteY1" fmla="*/ 634999 h 6858000"/>
              <a:gd name="connsiteX2" fmla="*/ 3998133 w 3998133"/>
              <a:gd name="connsiteY2" fmla="*/ 6858000 h 6858000"/>
              <a:gd name="connsiteX3" fmla="*/ 0 w 3998133"/>
              <a:gd name="connsiteY3" fmla="*/ 6858000 h 6858000"/>
              <a:gd name="connsiteX4" fmla="*/ 0 w 3998133"/>
              <a:gd name="connsiteY4" fmla="*/ 0 h 6858000"/>
              <a:gd name="connsiteX5" fmla="*/ 3998133 w 3998133"/>
              <a:gd name="connsiteY5" fmla="*/ 0 h 6858000"/>
              <a:gd name="connsiteX6" fmla="*/ 3998133 w 3998133"/>
              <a:gd name="connsiteY6" fmla="*/ 570991 h 6858000"/>
              <a:gd name="connsiteX7" fmla="*/ 0 w 3998133"/>
              <a:gd name="connsiteY7" fmla="*/ 57099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998133" h="6858000">
                <a:moveTo>
                  <a:pt x="0" y="634999"/>
                </a:moveTo>
                <a:lnTo>
                  <a:pt x="3998133" y="634999"/>
                </a:lnTo>
                <a:lnTo>
                  <a:pt x="3998133" y="6858000"/>
                </a:lnTo>
                <a:lnTo>
                  <a:pt x="0" y="6858000"/>
                </a:lnTo>
                <a:close/>
                <a:moveTo>
                  <a:pt x="0" y="0"/>
                </a:moveTo>
                <a:lnTo>
                  <a:pt x="3998133" y="0"/>
                </a:lnTo>
                <a:lnTo>
                  <a:pt x="3998133" y="570991"/>
                </a:lnTo>
                <a:lnTo>
                  <a:pt x="0" y="570991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E19B021D-A5A3-D515-C491-988160E0708C}"/>
              </a:ext>
            </a:extLst>
          </p:cNvPr>
          <p:cNvSpPr/>
          <p:nvPr/>
        </p:nvSpPr>
        <p:spPr>
          <a:xfrm>
            <a:off x="8172447" y="570992"/>
            <a:ext cx="4019552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F6879252-7B61-583A-CF4D-92BF27416ADC}"/>
              </a:ext>
            </a:extLst>
          </p:cNvPr>
          <p:cNvSpPr/>
          <p:nvPr/>
        </p:nvSpPr>
        <p:spPr>
          <a:xfrm>
            <a:off x="633137" y="570992"/>
            <a:ext cx="7560729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4942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1" y="1016955"/>
            <a:ext cx="4573438" cy="132893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1" y="2495232"/>
            <a:ext cx="4573438" cy="372776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77000"/>
            <a:ext cx="292155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endParaRPr lang="ru-K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54946" y="6477000"/>
            <a:ext cx="1100995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0D97446-0BC7-4A66-B662-A168F6AE78B0}" type="datetimeFigureOut">
              <a:rPr lang="ru-KZ" smtClean="0"/>
              <a:t>15.09.2026</a:t>
            </a:fld>
            <a:endParaRPr lang="ru-K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53312" y="6477000"/>
            <a:ext cx="552253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7F480B9-DBE5-4539-B833-1370C972A770}" type="slidenum">
              <a:rPr lang="ru-KZ" smtClean="0"/>
              <a:t>‹#›</a:t>
            </a:fld>
            <a:endParaRPr lang="ru-KZ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8" y="0"/>
            <a:ext cx="6533072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103B3571-8BEB-7B5F-5141-60BE7E4F2B98}"/>
              </a:ext>
            </a:extLst>
          </p:cNvPr>
          <p:cNvSpPr/>
          <p:nvPr/>
        </p:nvSpPr>
        <p:spPr>
          <a:xfrm>
            <a:off x="631405" y="570990"/>
            <a:ext cx="5024894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6414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275" y="1016955"/>
            <a:ext cx="3445936" cy="1328932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056A831-274A-4E01-51DC-29FC50834A4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33400" y="2495232"/>
            <a:ext cx="3445936" cy="372776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3400" y="6477000"/>
            <a:ext cx="207677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K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10177" y="6477000"/>
            <a:ext cx="94976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0D97446-0BC7-4A66-B662-A168F6AE78B0}" type="datetimeFigureOut">
              <a:rPr lang="ru-KZ" smtClean="0"/>
              <a:t>15.09.2026</a:t>
            </a:fld>
            <a:endParaRPr lang="ru-KZ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9943" y="6477000"/>
            <a:ext cx="42920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7F480B9-DBE5-4539-B833-1370C972A770}" type="slidenum">
              <a:rPr lang="ru-KZ" smtClean="0"/>
              <a:t>‹#›</a:t>
            </a:fld>
            <a:endParaRPr lang="ru-KZ"/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0BBEF0D8-DF37-CB82-D6FC-4B18E864B26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2979" y="0"/>
            <a:ext cx="7584144" cy="6858000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8DC2254B-5D42-9D5B-16C8-9FAF562F458A}"/>
              </a:ext>
            </a:extLst>
          </p:cNvPr>
          <p:cNvSpPr/>
          <p:nvPr/>
        </p:nvSpPr>
        <p:spPr>
          <a:xfrm>
            <a:off x="615697" y="570989"/>
            <a:ext cx="3987282" cy="64012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3321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0" y="1016955"/>
            <a:ext cx="2770539" cy="1875475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9055" y="3011335"/>
            <a:ext cx="2769544" cy="2844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88061" y="6477000"/>
            <a:ext cx="140446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K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477000"/>
            <a:ext cx="708857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80D97446-0BC7-4A66-B662-A168F6AE78B0}" type="datetimeFigureOut">
              <a:rPr lang="ru-KZ" smtClean="0"/>
              <a:t>15.09.2026</a:t>
            </a:fld>
            <a:endParaRPr lang="ru-K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80" y="6477000"/>
            <a:ext cx="65722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7F480B9-DBE5-4539-B833-1370C972A770}" type="slidenum">
              <a:rPr lang="ru-KZ" smtClean="0"/>
              <a:t>‹#›</a:t>
            </a:fld>
            <a:endParaRPr lang="ru-KZ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3AEE3D4D-61F7-E7A0-0EB4-DE705A2CAF60}"/>
              </a:ext>
            </a:extLst>
          </p:cNvPr>
          <p:cNvSpPr/>
          <p:nvPr/>
        </p:nvSpPr>
        <p:spPr>
          <a:xfrm>
            <a:off x="8326322" y="570989"/>
            <a:ext cx="3332277" cy="64008"/>
          </a:xfrm>
          <a:custGeom>
            <a:avLst/>
            <a:gdLst>
              <a:gd name="connsiteX0" fmla="*/ 0 w 7152036"/>
              <a:gd name="connsiteY0" fmla="*/ 0 h 64008"/>
              <a:gd name="connsiteX1" fmla="*/ 7152036 w 7152036"/>
              <a:gd name="connsiteY1" fmla="*/ 0 h 64008"/>
              <a:gd name="connsiteX2" fmla="*/ 7152036 w 7152036"/>
              <a:gd name="connsiteY2" fmla="*/ 64008 h 64008"/>
              <a:gd name="connsiteX3" fmla="*/ 0 w 7152036"/>
              <a:gd name="connsiteY3" fmla="*/ 64008 h 64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52036" h="64008">
                <a:moveTo>
                  <a:pt x="0" y="0"/>
                </a:moveTo>
                <a:lnTo>
                  <a:pt x="7152036" y="0"/>
                </a:lnTo>
                <a:lnTo>
                  <a:pt x="7152036" y="64008"/>
                </a:lnTo>
                <a:lnTo>
                  <a:pt x="0" y="6400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102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623948"/>
            <a:ext cx="3486152" cy="2599051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242949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05936" y="3623949"/>
            <a:ext cx="7252664" cy="2599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K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6999"/>
            <a:ext cx="189133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0D97446-0BC7-4A66-B662-A168F6AE78B0}" type="datetimeFigureOut">
              <a:rPr lang="ru-KZ" smtClean="0"/>
              <a:t>15.09.2026</a:t>
            </a:fld>
            <a:endParaRPr lang="ru-K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7F480B9-DBE5-4539-B833-1370C972A770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4116098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016955"/>
            <a:ext cx="11125199" cy="731519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Picture Placeholder 11">
            <a:extLst>
              <a:ext uri="{FF2B5EF4-FFF2-40B4-BE49-F238E27FC236}">
                <a16:creationId xmlns:a16="http://schemas.microsoft.com/office/drawing/2014/main" id="{61ACD7CC-7A35-CC8D-F7DA-128B795065B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2145668"/>
            <a:ext cx="6291878" cy="4728525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/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843095" y="2145668"/>
            <a:ext cx="4815505" cy="419049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843095" y="6492240"/>
            <a:ext cx="321529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K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0058398" y="6492240"/>
            <a:ext cx="942982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0D97446-0BC7-4A66-B662-A168F6AE78B0}" type="datetimeFigureOut">
              <a:rPr lang="ru-KZ" smtClean="0"/>
              <a:t>15.09.2026</a:t>
            </a:fld>
            <a:endParaRPr lang="ru-KZ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01379" y="6492240"/>
            <a:ext cx="657221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7F480B9-DBE5-4539-B833-1370C972A770}" type="slidenum">
              <a:rPr lang="ru-KZ" smtClean="0"/>
              <a:t>‹#›</a:t>
            </a:fld>
            <a:endParaRPr lang="ru-KZ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335081-FA52-F16F-A616-E20DA766DB57}"/>
              </a:ext>
            </a:extLst>
          </p:cNvPr>
          <p:cNvSpPr/>
          <p:nvPr/>
        </p:nvSpPr>
        <p:spPr>
          <a:xfrm>
            <a:off x="634030" y="565606"/>
            <a:ext cx="11557968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3594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16955"/>
            <a:ext cx="3486153" cy="1316347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6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34030" y="2495233"/>
            <a:ext cx="3385517" cy="3727765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6142" y="1016954"/>
            <a:ext cx="7082457" cy="520604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K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6999"/>
            <a:ext cx="1891338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0D97446-0BC7-4A66-B662-A168F6AE78B0}" type="datetimeFigureOut">
              <a:rPr lang="ru-KZ" smtClean="0"/>
              <a:t>15.09.2026</a:t>
            </a:fld>
            <a:endParaRPr lang="ru-K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77000"/>
            <a:ext cx="657226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7F480B9-DBE5-4539-B833-1370C972A770}" type="slidenum">
              <a:rPr lang="ru-KZ" smtClean="0"/>
              <a:t>‹#›</a:t>
            </a:fld>
            <a:endParaRPr lang="ru-KZ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5CA24FE-7F15-0A35-2050-28F4CE33B91F}"/>
              </a:ext>
            </a:extLst>
          </p:cNvPr>
          <p:cNvSpPr/>
          <p:nvPr/>
        </p:nvSpPr>
        <p:spPr>
          <a:xfrm>
            <a:off x="634030" y="565606"/>
            <a:ext cx="338552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9E0A62-7502-AFE4-4860-6DE00EB6D1D5}"/>
              </a:ext>
            </a:extLst>
          </p:cNvPr>
          <p:cNvSpPr/>
          <p:nvPr/>
        </p:nvSpPr>
        <p:spPr>
          <a:xfrm>
            <a:off x="4019547" y="565605"/>
            <a:ext cx="8172453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8014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473C94E-2C8E-3F68-4792-D2F9DD866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2961" y="5109525"/>
            <a:ext cx="8195638" cy="744634"/>
          </a:xfrm>
        </p:spPr>
        <p:txBody>
          <a:bodyPr anchor="b">
            <a:normAutofit/>
          </a:bodyPr>
          <a:lstStyle>
            <a:lvl1pPr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E6EBA2-EEB8-DB5B-897E-6DAE1530B3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533400" y="533400"/>
            <a:ext cx="11125200" cy="4576763"/>
          </a:xfrm>
        </p:spPr>
        <p:txBody>
          <a:bodyPr>
            <a:normAutofit/>
          </a:bodyPr>
          <a:lstStyle>
            <a:lvl1pPr marL="0" indent="0">
              <a:buNone/>
              <a:defRPr sz="30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77000"/>
            <a:ext cx="8576637" cy="381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ru-K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77000"/>
            <a:ext cx="1880546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0D97446-0BC7-4A66-B662-A168F6AE78B0}" type="datetimeFigureOut">
              <a:rPr lang="ru-KZ" smtClean="0"/>
              <a:t>15.09.2026</a:t>
            </a:fld>
            <a:endParaRPr lang="ru-K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7F480B9-DBE5-4539-B833-1370C972A770}" type="slidenum">
              <a:rPr lang="ru-KZ" smtClean="0"/>
              <a:t>‹#›</a:t>
            </a:fld>
            <a:endParaRPr lang="ru-KZ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CD9F1A0-57DB-F034-0AB9-2E671ABA4CDD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6B7340E-9893-2D44-91EA-76771EE522E6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0445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3399" y="1016955"/>
            <a:ext cx="11125201" cy="484028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6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572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858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914400" indent="0">
              <a:lnSpc>
                <a:spcPct val="90000"/>
              </a:lnSpc>
              <a:spcBef>
                <a:spcPts val="0"/>
              </a:spcBef>
              <a:buNone/>
              <a:defRPr sz="7200" b="1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0"/>
            <a:ext cx="8576637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ru-K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39"/>
            <a:ext cx="1891338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80D97446-0BC7-4A66-B662-A168F6AE78B0}" type="datetimeFigureOut">
              <a:rPr lang="ru-KZ" smtClean="0"/>
              <a:t>15.09.2026</a:t>
            </a:fld>
            <a:endParaRPr lang="ru-K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0"/>
            <a:ext cx="662624" cy="3657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C7F480B9-DBE5-4539-B833-1370C972A770}" type="slidenum">
              <a:rPr lang="ru-KZ" smtClean="0"/>
              <a:t>‹#›</a:t>
            </a:fld>
            <a:endParaRPr lang="ru-KZ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810F272-8DCB-3D9F-8EA6-FBDD6B7DFDA3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38ED97-EB88-D071-C45A-D0C32569D40D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4463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tx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7745" y="5216204"/>
            <a:ext cx="8190855" cy="64008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spc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3398" y="1016954"/>
            <a:ext cx="11125201" cy="3711571"/>
          </a:xfrm>
          <a:prstGeom prst="rect">
            <a:avLst/>
          </a:prstGeom>
        </p:spPr>
        <p:txBody>
          <a:bodyPr anchor="t">
            <a:normAutofit/>
          </a:bodyPr>
          <a:lstStyle>
            <a:lvl1pPr marL="164592" indent="-164592">
              <a:lnSpc>
                <a:spcPct val="90000"/>
              </a:lnSpc>
              <a:spcBef>
                <a:spcPts val="0"/>
              </a:spcBef>
              <a:buNone/>
              <a:defRPr sz="7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endParaRPr lang="ru-K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78961" cy="365760"/>
          </a:xfrm>
          <a:prstGeom prst="rect">
            <a:avLst/>
          </a:prstGeom>
        </p:spPr>
        <p:txBody>
          <a:bodyPr/>
          <a:lstStyle/>
          <a:p>
            <a:fld id="{80D97446-0BC7-4A66-B662-A168F6AE78B0}" type="datetimeFigureOut">
              <a:rPr lang="ru-KZ" smtClean="0"/>
              <a:t>15.09.2026</a:t>
            </a:fld>
            <a:endParaRPr lang="ru-K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68" y="6492241"/>
            <a:ext cx="657231" cy="365760"/>
          </a:xfrm>
          <a:prstGeom prst="rect">
            <a:avLst/>
          </a:prstGeom>
        </p:spPr>
        <p:txBody>
          <a:bodyPr/>
          <a:lstStyle/>
          <a:p>
            <a:fld id="{C7F480B9-DBE5-4539-B833-1370C972A770}" type="slidenum">
              <a:rPr lang="ru-KZ" smtClean="0"/>
              <a:t>‹#›</a:t>
            </a:fld>
            <a:endParaRPr lang="ru-KZ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22AFB11-60F0-1BFB-3EE2-25A317606ED4}"/>
              </a:ext>
            </a:extLst>
          </p:cNvPr>
          <p:cNvSpPr/>
          <p:nvPr/>
        </p:nvSpPr>
        <p:spPr>
          <a:xfrm>
            <a:off x="9110040" y="6155911"/>
            <a:ext cx="3081959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DB6C2DA-9756-1101-616C-92AE71300FD8}"/>
              </a:ext>
            </a:extLst>
          </p:cNvPr>
          <p:cNvSpPr/>
          <p:nvPr/>
        </p:nvSpPr>
        <p:spPr>
          <a:xfrm>
            <a:off x="3467745" y="6155911"/>
            <a:ext cx="5642289" cy="640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4633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6"/>
            <a:ext cx="11125201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7" name="Content Placeholder 5">
            <a:extLst>
              <a:ext uri="{FF2B5EF4-FFF2-40B4-BE49-F238E27FC236}">
                <a16:creationId xmlns:a16="http://schemas.microsoft.com/office/drawing/2014/main" id="{2D30AC1E-99F3-1176-72D1-F6FF258E3075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3399" y="1883248"/>
            <a:ext cx="5075238" cy="433975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8" name="Content Placeholder 11">
            <a:extLst>
              <a:ext uri="{FF2B5EF4-FFF2-40B4-BE49-F238E27FC236}">
                <a16:creationId xmlns:a16="http://schemas.microsoft.com/office/drawing/2014/main" id="{54CE6F64-34A4-5E4B-21B9-E65B60D60DF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83043" y="1883248"/>
            <a:ext cx="5075556" cy="433975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endParaRPr lang="ru-K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80D97446-0BC7-4A66-B662-A168F6AE78B0}" type="datetimeFigureOut">
              <a:rPr lang="ru-KZ" smtClean="0"/>
              <a:t>15.09.2026</a:t>
            </a:fld>
            <a:endParaRPr lang="ru-K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39"/>
            <a:ext cx="662624" cy="365761"/>
          </a:xfrm>
          <a:prstGeom prst="rect">
            <a:avLst/>
          </a:prstGeom>
        </p:spPr>
        <p:txBody>
          <a:bodyPr/>
          <a:lstStyle/>
          <a:p>
            <a:fld id="{C7F480B9-DBE5-4539-B833-1370C972A770}" type="slidenum">
              <a:rPr lang="ru-KZ" smtClean="0"/>
              <a:t>‹#›</a:t>
            </a:fld>
            <a:endParaRPr lang="ru-KZ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0DF6D21-8591-4FB9-5FF0-44B10800DC79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7345B5-8AF1-C46D-5FB8-FF298EC5943D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76030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31520"/>
          </a:xfrm>
          <a:prstGeom prst="rect">
            <a:avLst/>
          </a:prstGeom>
        </p:spPr>
        <p:txBody>
          <a:bodyPr anchor="t"/>
          <a:lstStyle>
            <a:lvl1pPr>
              <a:defRPr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9" y="1883248"/>
            <a:ext cx="5074920" cy="37561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33399" y="2444434"/>
            <a:ext cx="5075238" cy="37785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83679" y="1883247"/>
            <a:ext cx="5074920" cy="37561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83043" y="2444434"/>
            <a:ext cx="5075556" cy="377856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endParaRPr lang="ru-K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80D97446-0BC7-4A66-B662-A168F6AE78B0}" type="datetimeFigureOut">
              <a:rPr lang="ru-KZ" smtClean="0"/>
              <a:t>15.09.2026</a:t>
            </a:fld>
            <a:endParaRPr lang="ru-K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/>
          <a:p>
            <a:fld id="{C7F480B9-DBE5-4539-B833-1370C972A770}" type="slidenum">
              <a:rPr lang="ru-KZ" smtClean="0"/>
              <a:t>‹#›</a:t>
            </a:fld>
            <a:endParaRPr lang="ru-KZ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B0A7ECD-2835-13DC-1392-DC6E9D6B14EE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3FF6D6A-BF5E-8499-2E05-993B26BA4977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5536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1112519"/>
          </a:xfrm>
          <a:prstGeom prst="rect">
            <a:avLst/>
          </a:prstGeom>
        </p:spPr>
        <p:txBody>
          <a:bodyPr anchor="t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K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0D97446-0BC7-4A66-B662-A168F6AE78B0}" type="datetimeFigureOut">
              <a:rPr lang="ru-KZ" smtClean="0"/>
              <a:t>15.09.2026</a:t>
            </a:fld>
            <a:endParaRPr lang="ru-K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5976" y="6492241"/>
            <a:ext cx="662624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7F480B9-DBE5-4539-B833-1370C972A770}" type="slidenum">
              <a:rPr lang="ru-KZ" smtClean="0"/>
              <a:t>‹#›</a:t>
            </a:fld>
            <a:endParaRPr lang="ru-KZ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F7BCB4-DC28-7382-4A0F-0498411C4247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5560D8-36FC-D0D1-04BB-54F2CCBC8B5E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75791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/>
          <a:p>
            <a:endParaRPr lang="ru-KZ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/>
          <a:p>
            <a:fld id="{80D97446-0BC7-4A66-B662-A168F6AE78B0}" type="datetimeFigureOut">
              <a:rPr lang="ru-KZ" smtClean="0"/>
              <a:t>15.09.2026</a:t>
            </a:fld>
            <a:endParaRPr lang="ru-K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/>
          <a:p>
            <a:fld id="{C7F480B9-DBE5-4539-B833-1370C972A770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33485182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1860235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398" y="3258190"/>
            <a:ext cx="11125201" cy="2964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  <a:lvl2pPr marL="228600" indent="0">
              <a:buNone/>
              <a:defRPr>
                <a:solidFill>
                  <a:schemeClr val="tx2"/>
                </a:solidFill>
              </a:defRPr>
            </a:lvl2pPr>
            <a:lvl3pPr marL="457200" indent="0">
              <a:buNone/>
              <a:defRPr>
                <a:solidFill>
                  <a:schemeClr val="tx2"/>
                </a:solidFill>
              </a:defRPr>
            </a:lvl3pPr>
            <a:lvl4pPr marL="685800" indent="0">
              <a:buNone/>
              <a:defRPr>
                <a:solidFill>
                  <a:schemeClr val="tx2"/>
                </a:solidFill>
              </a:defRPr>
            </a:lvl4pPr>
            <a:lvl5pPr marL="91440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399" y="6492241"/>
            <a:ext cx="8576637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K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504949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0D97446-0BC7-4A66-B662-A168F6AE78B0}" type="datetimeFigureOut">
              <a:rPr lang="ru-KZ" smtClean="0"/>
              <a:t>15.09.2026</a:t>
            </a:fld>
            <a:endParaRPr lang="ru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4990" y="6492241"/>
            <a:ext cx="1043610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7F480B9-DBE5-4539-B833-1370C972A770}" type="slidenum">
              <a:rPr lang="ru-KZ" smtClean="0"/>
              <a:t>‹#›</a:t>
            </a:fld>
            <a:endParaRPr lang="ru-KZ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0612DD4-C154-5A34-CBE2-09022345DFF5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245B82D-4F13-20D2-DD25-C26E60C48A92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566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016955"/>
            <a:ext cx="8576636" cy="184202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3400" y="4614992"/>
            <a:ext cx="8576506" cy="160800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2286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4572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6858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914400" indent="0">
              <a:buNone/>
              <a:defRPr sz="2000" b="1" i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400" y="6492241"/>
            <a:ext cx="857663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K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110036" y="6492240"/>
            <a:ext cx="1891338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0D97446-0BC7-4A66-B662-A168F6AE78B0}" type="datetimeFigureOut">
              <a:rPr lang="ru-KZ" smtClean="0"/>
              <a:t>15.09.2026</a:t>
            </a:fld>
            <a:endParaRPr lang="ru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01374" y="6492241"/>
            <a:ext cx="657226" cy="36576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7F480B9-DBE5-4539-B833-1370C972A770}" type="slidenum">
              <a:rPr lang="ru-KZ" smtClean="0"/>
              <a:t>‹#›</a:t>
            </a:fld>
            <a:endParaRPr lang="ru-KZ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C0E45243-34A7-09D9-589C-A28D8FB592BD}"/>
              </a:ext>
            </a:extLst>
          </p:cNvPr>
          <p:cNvSpPr/>
          <p:nvPr/>
        </p:nvSpPr>
        <p:spPr>
          <a:xfrm>
            <a:off x="634029" y="570037"/>
            <a:ext cx="8476007" cy="6154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377B2CF5-DB49-E6FB-F72A-24AA38988AEC}"/>
              </a:ext>
            </a:extLst>
          </p:cNvPr>
          <p:cNvSpPr/>
          <p:nvPr/>
        </p:nvSpPr>
        <p:spPr>
          <a:xfrm>
            <a:off x="9110036" y="570037"/>
            <a:ext cx="3081964" cy="615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5816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8" y="1016955"/>
            <a:ext cx="11125201" cy="7467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3398" y="1748474"/>
            <a:ext cx="11125202" cy="47285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3399" y="6476998"/>
            <a:ext cx="8576637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endParaRPr lang="ru-K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10036" y="6476998"/>
            <a:ext cx="1885951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80D97446-0BC7-4A66-B662-A168F6AE78B0}" type="datetimeFigureOut">
              <a:rPr lang="ru-KZ" smtClean="0"/>
              <a:t>15.09.2026</a:t>
            </a:fld>
            <a:endParaRPr lang="ru-K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1379" y="6476998"/>
            <a:ext cx="657221" cy="3810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>
                <a:solidFill>
                  <a:schemeClr val="tx2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C7F480B9-DBE5-4539-B833-1370C972A770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072875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8" r:id="rId12"/>
    <p:sldLayoutId id="2147483759" r:id="rId13"/>
    <p:sldLayoutId id="2147483760" r:id="rId14"/>
    <p:sldLayoutId id="2147483761" r:id="rId15"/>
    <p:sldLayoutId id="2147483762" r:id="rId16"/>
    <p:sldLayoutId id="2147483763" r:id="rId17"/>
    <p:sldLayoutId id="2147483764" r:id="rId18"/>
    <p:sldLayoutId id="2147483765" r:id="rId19"/>
    <p:sldLayoutId id="2147483766" r:id="rId20"/>
    <p:sldLayoutId id="2147483767" r:id="rId21"/>
    <p:sldLayoutId id="2147483768" r:id="rId22"/>
    <p:sldLayoutId id="2147483769" r:id="rId23"/>
    <p:sldLayoutId id="2147483770" r:id="rId24"/>
    <p:sldLayoutId id="2147483771" r:id="rId25"/>
    <p:sldLayoutId id="2147483772" r:id="rId26"/>
    <p:sldLayoutId id="2147483773" r:id="rId27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0" kern="1200" spc="0" baseline="0">
          <a:solidFill>
            <a:schemeClr val="tx2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2pPr>
      <a:lvl3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3pPr>
      <a:lvl4pPr marL="914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4pPr>
      <a:lvl5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0" orient="horz" pos="2160">
          <p15:clr>
            <a:srgbClr val="F26B43"/>
          </p15:clr>
        </p15:guide>
        <p15:guide id="31" pos="3840">
          <p15:clr>
            <a:srgbClr val="F26B43"/>
          </p15:clr>
        </p15:guide>
        <p15:guide id="32" pos="336">
          <p15:clr>
            <a:srgbClr val="F26B43"/>
          </p15:clr>
        </p15:guide>
        <p15:guide id="33" pos="7344">
          <p15:clr>
            <a:srgbClr val="F26B43"/>
          </p15:clr>
        </p15:guide>
        <p15:guide id="34" orient="horz" pos="4080">
          <p15:clr>
            <a:srgbClr val="F26B43"/>
          </p15:clr>
        </p15:guide>
        <p15:guide id="35" orient="horz" pos="1344">
          <p15:clr>
            <a:srgbClr val="F26B43"/>
          </p15:clr>
        </p15:guide>
        <p15:guide id="36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12704-B629-CEB8-66A4-52F9F6F100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4572000"/>
            <a:ext cx="11125201" cy="1112520"/>
          </a:xfrm>
        </p:spPr>
        <p:txBody>
          <a:bodyPr anchor="b">
            <a:normAutofit/>
          </a:bodyPr>
          <a:lstStyle/>
          <a:p>
            <a:r>
              <a:rPr lang="en-US"/>
              <a:t>Pricing Analysis</a:t>
            </a:r>
            <a:endParaRPr lang="ru-KZ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D0B0B2-3944-D526-470C-59B5483292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5715000"/>
            <a:ext cx="11125201" cy="533400"/>
          </a:xfrm>
        </p:spPr>
        <p:txBody>
          <a:bodyPr anchor="t">
            <a:normAutofit/>
          </a:bodyPr>
          <a:lstStyle/>
          <a:p>
            <a:r>
              <a:rPr lang="en-US"/>
              <a:t>A 3-Year Analysis of Gross Margin and Pricing Intervention</a:t>
            </a:r>
            <a:endParaRPr lang="ru-KZ" dirty="0"/>
          </a:p>
        </p:txBody>
      </p:sp>
      <p:pic>
        <p:nvPicPr>
          <p:cNvPr id="5" name="Picture 4" descr="Calculator, pen, compass, money and a paper with graphs printed on it">
            <a:extLst>
              <a:ext uri="{FF2B5EF4-FFF2-40B4-BE49-F238E27FC236}">
                <a16:creationId xmlns:a16="http://schemas.microsoft.com/office/drawing/2014/main" id="{F8B8938F-7A24-D5A5-F1B7-190D3813AD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237" b="32558"/>
          <a:stretch>
            <a:fillRect/>
          </a:stretch>
        </p:blipFill>
        <p:spPr>
          <a:xfrm>
            <a:off x="20" y="10"/>
            <a:ext cx="12191979" cy="398175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49816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83DFF-83B2-CA17-AE47-B864290FB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Email from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54FF1A-142F-8624-3243-EEC0631AF7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/>
              <a:t>We have observed a significant decrease in our </a:t>
            </a:r>
            <a:r>
              <a:rPr lang="en-US" sz="1800" b="1" dirty="0"/>
              <a:t>profit margin</a:t>
            </a:r>
            <a:r>
              <a:rPr lang="en-US" sz="1800" dirty="0"/>
              <a:t> across the portfolio, which we attribute primarily to rising Cost of Goods Sold (COGS), tariffs and other factors. Please review our portfolio across the 2023-2025 Order data to make a recommendation on our pricing strategy.</a:t>
            </a:r>
          </a:p>
          <a:p>
            <a:pPr marL="0" indent="0">
              <a:buNone/>
            </a:pPr>
            <a:r>
              <a:rPr lang="en-US" sz="1800" b="1" dirty="0"/>
              <a:t>Task:</a:t>
            </a:r>
          </a:p>
          <a:p>
            <a:pPr marL="342900" indent="-342900">
              <a:buFont typeface="Arial"/>
              <a:buChar char="•"/>
            </a:pPr>
            <a:r>
              <a:rPr lang="en-US" sz="1800" dirty="0"/>
              <a:t>Identify all products with a </a:t>
            </a:r>
            <a:r>
              <a:rPr lang="en-US" sz="1800" b="1" dirty="0"/>
              <a:t>Gross Margin % (GMP) below 30% in Q3 2025</a:t>
            </a:r>
            <a:r>
              <a:rPr lang="en-US" sz="1800" dirty="0"/>
              <a:t>.</a:t>
            </a:r>
          </a:p>
          <a:p>
            <a:pPr marL="342900" indent="-342900">
              <a:buFont typeface="Arial"/>
              <a:buChar char="•"/>
            </a:pPr>
            <a:r>
              <a:rPr lang="en-US" sz="1800" dirty="0"/>
              <a:t>Create a dashboard showing </a:t>
            </a:r>
            <a:r>
              <a:rPr lang="en-US" sz="1800" b="1" dirty="0"/>
              <a:t>Year-over-Year GMP, Revenue by Category, Product and Region</a:t>
            </a:r>
            <a:r>
              <a:rPr lang="en-US" sz="1800" dirty="0"/>
              <a:t>.</a:t>
            </a:r>
          </a:p>
          <a:p>
            <a:pPr marL="342900" indent="-342900">
              <a:buFont typeface="Arial"/>
              <a:buChar char="•"/>
            </a:pPr>
            <a:r>
              <a:rPr lang="en-US" sz="1800" dirty="0"/>
              <a:t>Provide clear, data-backed recommendations on which items require a </a:t>
            </a:r>
            <a:r>
              <a:rPr lang="en-US" sz="1800" b="1" dirty="0"/>
              <a:t>price increase</a:t>
            </a:r>
            <a:r>
              <a:rPr lang="en-US" sz="1800" dirty="0"/>
              <a:t> or </a:t>
            </a:r>
            <a:r>
              <a:rPr lang="en-US" sz="1800" b="1" dirty="0"/>
              <a:t>discontinuation</a:t>
            </a:r>
            <a:r>
              <a:rPr lang="en-US" sz="1800" dirty="0"/>
              <a:t>.</a:t>
            </a:r>
          </a:p>
          <a:p>
            <a:pPr marL="0" indent="0">
              <a:buNone/>
            </a:pPr>
            <a:r>
              <a:rPr lang="en-US" sz="1800" dirty="0"/>
              <a:t>Please start on this ASAP.</a:t>
            </a:r>
          </a:p>
          <a:p>
            <a:pPr marL="0" indent="0">
              <a:buNone/>
            </a:pPr>
            <a:r>
              <a:rPr lang="en-US" sz="1800" dirty="0"/>
              <a:t>Best,</a:t>
            </a:r>
          </a:p>
          <a:p>
            <a:pPr marL="0" indent="0">
              <a:buNone/>
            </a:pPr>
            <a:r>
              <a:rPr lang="en-US" sz="1800" dirty="0"/>
              <a:t>Director of Operations, The Daily Grind</a:t>
            </a:r>
          </a:p>
        </p:txBody>
      </p:sp>
    </p:spTree>
    <p:extLst>
      <p:ext uri="{BB962C8B-B14F-4D97-AF65-F5344CB8AC3E}">
        <p14:creationId xmlns:p14="http://schemas.microsoft.com/office/powerpoint/2010/main" val="1477763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83DFF-83B2-CA17-AE47-B864290FB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54FF1A-142F-8624-3243-EEC0631AF7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800" dirty="0"/>
              <a:t>Downloaded the raw data: yearly order files for 2023, 2024 and 2025, plus customer and product tables.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Imported the CSV files into a PostgreSQL database using pgAdmin 4.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Connected to the database, cleaned and combined the data with SQL in VS Code.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  <a:p>
            <a:pPr marL="342900" indent="-342900">
              <a:buFont typeface="+mj-lt"/>
              <a:buAutoNum type="arabicPeriod"/>
            </a:pPr>
            <a:r>
              <a:rPr lang="en-US" sz="1800" dirty="0"/>
              <a:t>Connected Power BI to the database and loaded the cleaned SQL query to build the dashboard.</a:t>
            </a:r>
          </a:p>
        </p:txBody>
      </p:sp>
    </p:spTree>
    <p:extLst>
      <p:ext uri="{BB962C8B-B14F-4D97-AF65-F5344CB8AC3E}">
        <p14:creationId xmlns:p14="http://schemas.microsoft.com/office/powerpoint/2010/main" val="1340416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5F62C-6E57-11D8-295D-94CA34987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0" y="2730500"/>
            <a:ext cx="6350000" cy="1397000"/>
          </a:xfrm>
        </p:spPr>
        <p:txBody>
          <a:bodyPr wrap="none" anchor="ctr" anchorCtr="1">
            <a:noAutofit/>
          </a:bodyPr>
          <a:lstStyle/>
          <a:p>
            <a:pPr algn="ctr"/>
            <a:r>
              <a:rPr lang="en-US" sz="6700" dirty="0"/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1652790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DC187-16D4-0DBD-66F4-DF8B80E36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4F262B19-6F0F-8882-BAFB-300581E9F200}"/>
              </a:ext>
            </a:extLst>
          </p:cNvPr>
          <p:cNvSpPr txBox="1">
            <a:spLocks/>
          </p:cNvSpPr>
          <p:nvPr/>
        </p:nvSpPr>
        <p:spPr>
          <a:xfrm>
            <a:off x="533397" y="1065694"/>
            <a:ext cx="11125201" cy="111251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0" kern="1200" cap="all" spc="0" baseline="0">
                <a:solidFill>
                  <a:schemeClr val="tx2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Revenue &amp; Margin Dashboard</a:t>
            </a:r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E5293A1-4959-25AC-D404-58C20344E4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920" y="1621954"/>
            <a:ext cx="8958580" cy="5024312"/>
          </a:xfrm>
          <a:prstGeom prst="rect">
            <a:avLst/>
          </a:prstGeom>
          <a:ln w="19050">
            <a:solidFill>
              <a:srgbClr val="B0B0B0"/>
            </a:solidFill>
          </a:ln>
        </p:spPr>
      </p:pic>
    </p:spTree>
    <p:extLst>
      <p:ext uri="{BB962C8B-B14F-4D97-AF65-F5344CB8AC3E}">
        <p14:creationId xmlns:p14="http://schemas.microsoft.com/office/powerpoint/2010/main" val="2931755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F7AAF-B659-3D4A-4DA0-D41C10E11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CE26DAA-2790-6C08-064F-6FAEC35CC339}"/>
              </a:ext>
            </a:extLst>
          </p:cNvPr>
          <p:cNvSpPr txBox="1">
            <a:spLocks/>
          </p:cNvSpPr>
          <p:nvPr/>
        </p:nvSpPr>
        <p:spPr>
          <a:xfrm>
            <a:off x="533398" y="1016955"/>
            <a:ext cx="11125201" cy="111251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0" kern="1200" cap="all" spc="0" baseline="0">
                <a:solidFill>
                  <a:schemeClr val="tx2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Product Analysis Dashboard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AA016DA-92D6-EFE2-D1C0-E3D531E8B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118" y="1573214"/>
            <a:ext cx="8907780" cy="5071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241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83DFF-83B2-CA17-AE47-B864290FB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Findings</a:t>
            </a:r>
            <a:endParaRPr lang="ru-KZ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D9C035-066B-4818-831C-DF10768E1292}"/>
              </a:ext>
            </a:extLst>
          </p:cNvPr>
          <p:cNvSpPr txBox="1"/>
          <p:nvPr/>
        </p:nvSpPr>
        <p:spPr>
          <a:xfrm>
            <a:off x="495298" y="1763714"/>
            <a:ext cx="11201400" cy="369332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dirty="0"/>
              <a:t>Six products fell below the 30% Q3 2025 margin threshold and require a price increase or discontinuation.</a:t>
            </a:r>
            <a:endParaRPr lang="ru-KZ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2CE5147-280E-4813-92AE-4FCC07ACE1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517192"/>
              </p:ext>
            </p:extLst>
          </p:nvPr>
        </p:nvGraphicFramePr>
        <p:xfrm>
          <a:off x="533398" y="2438400"/>
          <a:ext cx="7620000" cy="320040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5080000">
                  <a:extLst>
                    <a:ext uri="{9D8B030D-6E8A-4147-A177-3AD203B41FA5}">
                      <a16:colId xmlns:a16="http://schemas.microsoft.com/office/drawing/2014/main" val="1518923711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397549933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ru-KZ" sz="1400" b="1" dirty="0"/>
                        <a:t>Product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1400" b="1"/>
                        <a:t>Q3 2025 Margin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409561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ru-KZ" sz="1400" b="1"/>
                        <a:t>Minimalist Keychain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1400" b="0"/>
                        <a:t>11.98%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066574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ru-KZ" sz="1400" b="1"/>
                        <a:t>Chemex Filters (100 pack)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1400" b="0"/>
                        <a:t>12.00%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753896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ru-KZ" sz="1400" b="1"/>
                        <a:t>Logo Hoodie (Black)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1400" b="0"/>
                        <a:t>12.03%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112584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ru-KZ" sz="1400" b="1"/>
                        <a:t>Gooseneck Electric Kettle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1400" b="0"/>
                        <a:t>25.52%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26796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ru-KZ" sz="1400" b="1"/>
                        <a:t>Branded Ceramic Mug (Large)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1400" b="0"/>
                        <a:t>27.99%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05877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ru-KZ" sz="1400" b="1"/>
                        <a:t>Pour-Over Starter Kit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1400" b="0" dirty="0"/>
                        <a:t>28.97%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75727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4436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088A7-4C8C-E3C3-5A1E-57A4658BF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53D05-0C79-A299-C680-8FC816461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1031241"/>
            <a:ext cx="11125201" cy="746759"/>
          </a:xfrm>
        </p:spPr>
        <p:txBody>
          <a:bodyPr/>
          <a:lstStyle/>
          <a:p>
            <a:r>
              <a:rPr lang="en-US" dirty="0"/>
              <a:t>Recommendations</a:t>
            </a:r>
            <a:endParaRPr lang="ru-KZ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5ADF85E-9822-4F01-96EC-F61CB59917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8082449"/>
              </p:ext>
            </p:extLst>
          </p:nvPr>
        </p:nvGraphicFramePr>
        <p:xfrm>
          <a:off x="571499" y="2450067"/>
          <a:ext cx="11125200" cy="320040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4191000">
                  <a:extLst>
                    <a:ext uri="{9D8B030D-6E8A-4147-A177-3AD203B41FA5}">
                      <a16:colId xmlns:a16="http://schemas.microsoft.com/office/drawing/2014/main" val="386670502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765190090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988975477"/>
                    </a:ext>
                  </a:extLst>
                </a:gridCol>
                <a:gridCol w="2362200">
                  <a:extLst>
                    <a:ext uri="{9D8B030D-6E8A-4147-A177-3AD203B41FA5}">
                      <a16:colId xmlns:a16="http://schemas.microsoft.com/office/drawing/2014/main" val="3336487088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ru-KZ" sz="1400" b="1"/>
                        <a:t>Product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1400" b="1"/>
                        <a:t>Current Price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1400" b="1"/>
                        <a:t>Recommended Price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1400" b="1"/>
                        <a:t>Change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106778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ru-KZ" sz="1400" b="1"/>
                        <a:t>Minimalist Keychain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1400" b="0"/>
                        <a:t>$27.37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1400" b="0"/>
                        <a:t>$34.41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1400" b="0"/>
                        <a:t>+25.74%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53555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ru-KZ" sz="1400" b="1"/>
                        <a:t>Chemex Filters (100 pack)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1400" b="0"/>
                        <a:t>$24.10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1400" b="0"/>
                        <a:t>$30.30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1400" b="0"/>
                        <a:t>+25.72%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143173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ru-KZ" sz="1400" b="1"/>
                        <a:t>Logo Hoodie (Black)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1400" b="0"/>
                        <a:t>$15.23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1400" b="0"/>
                        <a:t>$19.14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1400" b="0"/>
                        <a:t>+25.67%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847539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ru-KZ" sz="1400" b="1"/>
                        <a:t>Gooseneck Electric Kettle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1400" b="0"/>
                        <a:t>$34.87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1400" b="0"/>
                        <a:t>$37.10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1400" b="0"/>
                        <a:t>+6.40%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81755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ru-KZ" sz="1400" b="1"/>
                        <a:t>Branded Ceramic Mug (Large)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1400" b="0"/>
                        <a:t>$43.20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1400" b="0"/>
                        <a:t>$44.44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1400" b="0"/>
                        <a:t>+2.87%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258571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ru-KZ" sz="1400" b="1"/>
                        <a:t>Pour-Over Starter Kit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1400" b="0" dirty="0"/>
                        <a:t>$105.23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1400" b="0"/>
                        <a:t>$106.78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KZ" sz="1400" b="0" dirty="0"/>
                        <a:t>+1.47%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644011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935A702-E02C-69A0-46BF-317DCB246D26}"/>
              </a:ext>
            </a:extLst>
          </p:cNvPr>
          <p:cNvSpPr txBox="1"/>
          <p:nvPr/>
        </p:nvSpPr>
        <p:spPr>
          <a:xfrm>
            <a:off x="495299" y="1744701"/>
            <a:ext cx="11201400" cy="369332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r>
              <a:rPr lang="en-US" dirty="0"/>
              <a:t>Increase price to reach the 30% margin target on each product.</a:t>
            </a:r>
            <a:endParaRPr lang="ru-KZ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0475DA-5FE3-1D58-7373-7855C4AD4131}"/>
              </a:ext>
            </a:extLst>
          </p:cNvPr>
          <p:cNvSpPr txBox="1"/>
          <p:nvPr/>
        </p:nvSpPr>
        <p:spPr>
          <a:xfrm>
            <a:off x="495299" y="5986501"/>
            <a:ext cx="11201400" cy="369332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rtlCol="0" anchor="t">
            <a:spAutoFit/>
          </a:bodyPr>
          <a:lstStyle/>
          <a:p>
            <a:r>
              <a:rPr lang="en-US" dirty="0"/>
              <a:t>Discontinuation is the alternative for these products</a:t>
            </a: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25991153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89EC7-023C-6F48-A2AD-20CE3D680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Thank you for your attention</a:t>
            </a:r>
            <a:br>
              <a:rPr lang="en-US" dirty="0"/>
            </a:br>
            <a:endParaRPr lang="ru-K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DFC03-9488-547F-4E42-0F838A0831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2920039594"/>
      </p:ext>
    </p:extLst>
  </p:cSld>
  <p:clrMapOvr>
    <a:masterClrMapping/>
  </p:clrMapOvr>
</p:sld>
</file>

<file path=ppt/theme/theme1.xml><?xml version="1.0" encoding="utf-8"?>
<a:theme xmlns:a="http://schemas.openxmlformats.org/drawingml/2006/main" name="Modulo">
  <a:themeElements>
    <a:clrScheme name="Project Status Report">
      <a:dk1>
        <a:srgbClr val="000000"/>
      </a:dk1>
      <a:lt1>
        <a:srgbClr val="FFFFFF"/>
      </a:lt1>
      <a:dk2>
        <a:srgbClr val="3B4546"/>
      </a:dk2>
      <a:lt2>
        <a:srgbClr val="E7E6E6"/>
      </a:lt2>
      <a:accent1>
        <a:srgbClr val="B36041"/>
      </a:accent1>
      <a:accent2>
        <a:srgbClr val="6F8185"/>
      </a:accent2>
      <a:accent3>
        <a:srgbClr val="C78F8F"/>
      </a:accent3>
      <a:accent4>
        <a:srgbClr val="647961"/>
      </a:accent4>
      <a:accent5>
        <a:srgbClr val="B09C54"/>
      </a:accent5>
      <a:accent6>
        <a:srgbClr val="9AA749"/>
      </a:accent6>
      <a:hlink>
        <a:srgbClr val="75A073"/>
      </a:hlink>
      <a:folHlink>
        <a:srgbClr val="BD9C5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ulo" id="{37AC43F2-9181-4AE3-B669-CCC580C183C1}" vid="{7A2AE0A7-E8DE-4D1D-AEB1-3FD192448292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05633BF-356C-45C5-821A-C4BD77394E7C}">
  <we:reference id="wa200010725" version="1.0.0.1" store="ru-RU" storeType="OMEX"/>
  <we:alternateReferences>
    <we:reference id="WA200010725" version="1.0.0.1" store="" storeType="OMEX"/>
  </we:alternateReferences>
  <we:properties>
    <we:property name="claude.fileId" value="&quot;78f5a9d7-7606-493f-bd7f-ca95216a5dcb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Modulo</Template>
  <TotalTime>764</TotalTime>
  <Words>365</Words>
  <Application>Microsoft Office PowerPoint</Application>
  <PresentationFormat>Widescreen</PresentationFormat>
  <Paragraphs>73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Modulo</vt:lpstr>
      <vt:lpstr>Pricing Analysis</vt:lpstr>
      <vt:lpstr>Email from Management</vt:lpstr>
      <vt:lpstr>METHODOLOGY</vt:lpstr>
      <vt:lpstr>Results</vt:lpstr>
      <vt:lpstr>PowerPoint Presentation</vt:lpstr>
      <vt:lpstr>PowerPoint Presentation</vt:lpstr>
      <vt:lpstr>Findings</vt:lpstr>
      <vt:lpstr>Recommendations</vt:lpstr>
      <vt:lpstr>Thank you for your attention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Daniil M</dc:creator>
  <cp:lastModifiedBy>Daniil M</cp:lastModifiedBy>
  <cp:revision>4</cp:revision>
  <dcterms:created xsi:type="dcterms:W3CDTF">2026-09-12T17:00:49Z</dcterms:created>
  <dcterms:modified xsi:type="dcterms:W3CDTF">2026-09-15T19:20:29Z</dcterms:modified>
</cp:coreProperties>
</file>